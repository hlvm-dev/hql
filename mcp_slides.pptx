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0BCD4"/>
                </a:solidFill>
              </a:defRPr>
            </a:pPr>
            <a:r>
              <a:t>HLVM × MCP — The Future of 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i="1">
                <a:solidFill>
                  <a:srgbClr val="E6E6E6"/>
                </a:solidFill>
              </a:defRPr>
            </a:pPr>
            <a:r>
              <a:t>Connecting AI Agents to Tools and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BCD4"/>
                </a:solidFill>
              </a:defRPr>
            </a:pPr>
            <a:r>
              <a:t>Presented by: Seoksun Jang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BCD4"/>
                </a:solidFill>
              </a:defRPr>
            </a:pPr>
            <a:r>
              <a:rPr/>
              <a:t>What is MCP?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828800" cy="0"/>
          </a:xfrm>
          <a:prstGeom prst="rect">
            <a:avLst/>
          </a:prstGeom>
          <a:ln w="508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rPr/>
              <a:t>• Model Context Protocol - a standardized protocol for AI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Enables AI agents to safely invoke tools and access external resources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Open specification created by Anthropic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Bridges the gap between LLMs and real-world capabilities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BCD4"/>
                </a:solidFill>
              </a:defRPr>
            </a:pPr>
            <a:r>
              <a:t>How MCP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828800" cy="0"/>
          </a:xfrm>
          <a:prstGeom prst="rect">
            <a:avLst/>
          </a:prstGeom>
          <a:ln w="508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┌─────────────┐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│    You 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└──────┬──────┘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       │ Query/Task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       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┌─────────────────────┐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│   HLVM Agent   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└──────┬──────────────┘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       │ MCP Request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       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┌─────────────────────┐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│   MCP Server    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└──────┬──────────────┘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       │ Invoke Tool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       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┌─────────────────────┐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│  Tool / API / DB    │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FFFFF"/>
                </a:solidFill>
                <a:latin typeface="Courier New"/>
              </a:defRPr>
            </a:pPr>
            <a:r>
              <a:t>└─────────────────────┘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BCD4"/>
                </a:solidFill>
              </a:defRPr>
            </a:pPr>
            <a:r>
              <a:t>Key Benefits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828800" cy="0"/>
          </a:xfrm>
          <a:prstGeom prst="rect">
            <a:avLst/>
          </a:prstGeom>
          <a:ln w="508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Extensibility: Add new tools without modifying core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Interoperability: Works across different AI platforms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Safety: Controlled access to resources and capabilities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Scalability: Compose complex workflows from simple blocks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BCD4"/>
                </a:solidFill>
              </a:defRPr>
            </a:pPr>
            <a:r>
              <a:t>HLVM + MCP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800">
                <a:solidFill>
                  <a:srgbClr val="FFFFFF"/>
                </a:solidFill>
              </a:defRPr>
            </a:pPr>
            <a:r>
              <a:t>• One config line unlocks document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828800" cy="0"/>
          </a:xfrm>
          <a:prstGeom prst="rect">
            <a:avLst/>
          </a:prstGeom>
          <a:ln w="508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HLVM uses MCP to integrate specialized tools seamlessly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Agents can invoke filesystem, web, and code tools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Seamless context passing across tool boundaries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• Unified interface for multi-step AI workflows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00BCD4"/>
                </a:solidFill>
              </a:defRPr>
            </a:pPr>
            <a:r>
              <a:t>Start in 60 Seconds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1828800" cy="0"/>
          </a:xfrm>
          <a:prstGeom prst="rect">
            <a:avLst/>
          </a:prstGeom>
          <a:ln w="50800">
            <a:solidFill>
              <a:srgbClr val="00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1. Install MCP libraries: pip install mcp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2. Define your tools in a Python class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3. Create an MCP Server and register tools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4. Configure your AI agent to connect to MCP Server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800">
                <a:solidFill>
                  <a:srgbClr val="FFFFFF"/>
                </a:solidFill>
              </a:defRPr>
            </a:pPr>
            <a:r>
              <a:t>5. Start building intelligent workflows!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